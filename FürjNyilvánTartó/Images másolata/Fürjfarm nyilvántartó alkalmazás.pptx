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6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838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83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224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94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015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691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68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692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070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451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83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233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20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273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300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23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210935-53EF-463A-82F1-751B95AE0EB4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7FE736-C437-4307-9D0E-5D2F3B9DAE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01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F06255-095D-4257-9C03-AF3F9760C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Fürjfarm nyilvántartó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26BC4F8-D78A-4D1C-AA12-C3175A4B47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Gyebnár Róbert</a:t>
            </a:r>
          </a:p>
        </p:txBody>
      </p:sp>
    </p:spTree>
    <p:extLst>
      <p:ext uri="{BB962C8B-B14F-4D97-AF65-F5344CB8AC3E}">
        <p14:creationId xmlns:p14="http://schemas.microsoft.com/office/powerpoint/2010/main" val="223160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57A5A4-4318-45A2-959D-DB68080C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FE0C8B-FE90-4F5D-A313-38957010E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dirty="0"/>
              <a:t>Fürjek adatainak nyilvántartása </a:t>
            </a:r>
          </a:p>
          <a:p>
            <a:pPr algn="ctr"/>
            <a:r>
              <a:rPr lang="hu-HU" dirty="0"/>
              <a:t>Tojástermelés követése</a:t>
            </a:r>
          </a:p>
          <a:p>
            <a:pPr algn="ctr"/>
            <a:r>
              <a:rPr lang="hu-HU" dirty="0"/>
              <a:t>Életkor nyilvántartása</a:t>
            </a:r>
          </a:p>
          <a:p>
            <a:pPr algn="ctr"/>
            <a:r>
              <a:rPr lang="hu-HU" dirty="0"/>
              <a:t> CSV-fájl használata az adatok tárolására</a:t>
            </a:r>
          </a:p>
          <a:p>
            <a:pPr algn="ctr"/>
            <a:r>
              <a:rPr lang="hu-HU" dirty="0"/>
              <a:t>Új fürjek hozzáadása és megjelenítése</a:t>
            </a:r>
          </a:p>
        </p:txBody>
      </p:sp>
    </p:spTree>
    <p:extLst>
      <p:ext uri="{BB962C8B-B14F-4D97-AF65-F5344CB8AC3E}">
        <p14:creationId xmlns:p14="http://schemas.microsoft.com/office/powerpoint/2010/main" val="407341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53172-03F8-48DC-B301-0CCED82A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menüje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66A5A5BD-AEBA-4CF3-916E-B923B3AF8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037" y="2489730"/>
            <a:ext cx="4224539" cy="364013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298EE4E-5FF7-43F5-8AF3-12E8E9FF1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26" y="2489730"/>
            <a:ext cx="4268544" cy="3699404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8EFA876-4B79-4EC9-9CEE-6E96DD8B9DCA}"/>
              </a:ext>
            </a:extLst>
          </p:cNvPr>
          <p:cNvSpPr txBox="1"/>
          <p:nvPr/>
        </p:nvSpPr>
        <p:spPr>
          <a:xfrm>
            <a:off x="5266269" y="3925671"/>
            <a:ext cx="1659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Innen </a:t>
            </a:r>
            <a:r>
              <a:rPr lang="hu-HU" dirty="0" err="1"/>
              <a:t>érhetőek</a:t>
            </a:r>
            <a:r>
              <a:rPr lang="hu-HU" dirty="0"/>
              <a:t> el a funkciók</a:t>
            </a:r>
          </a:p>
        </p:txBody>
      </p:sp>
    </p:spTree>
    <p:extLst>
      <p:ext uri="{BB962C8B-B14F-4D97-AF65-F5344CB8AC3E}">
        <p14:creationId xmlns:p14="http://schemas.microsoft.com/office/powerpoint/2010/main" val="223662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F6CB89-7E0E-4AC5-A6DB-86AEA5A6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Új fürj bevitel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37096655-F341-47E4-9D8D-5222DC034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732" y="3027677"/>
            <a:ext cx="4064868" cy="26556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46B60F1-ED00-4872-9911-99F707FC3A0E}"/>
              </a:ext>
            </a:extLst>
          </p:cNvPr>
          <p:cNvSpPr txBox="1"/>
          <p:nvPr/>
        </p:nvSpPr>
        <p:spPr>
          <a:xfrm>
            <a:off x="930465" y="2488443"/>
            <a:ext cx="4293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felhasználó itt tud új fürj adatot hozzáadni a rendszerhez.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43EBC00-C8C5-44EE-A06E-E6F67648609D}"/>
              </a:ext>
            </a:extLst>
          </p:cNvPr>
          <p:cNvSpPr txBox="1"/>
          <p:nvPr/>
        </p:nvSpPr>
        <p:spPr>
          <a:xfrm>
            <a:off x="5477935" y="2498274"/>
            <a:ext cx="3090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Ha már van azonos sorszámú fürj akkor, jelez hogy van ilyen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E97DA6D-310A-4473-A692-DCCD3619C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815" y="3144605"/>
            <a:ext cx="2400635" cy="1448002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623AA51D-F015-4741-9F8C-9469462CC8AE}"/>
              </a:ext>
            </a:extLst>
          </p:cNvPr>
          <p:cNvSpPr/>
          <p:nvPr/>
        </p:nvSpPr>
        <p:spPr>
          <a:xfrm>
            <a:off x="5389358" y="4742302"/>
            <a:ext cx="27280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"Már létezik ilyen sorszámú </a:t>
            </a:r>
            <a:r>
              <a:rPr lang="hu-HU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fürj!"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hu-HU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"Hiba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hu-HU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MessageBoxButtons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.OK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hu-HU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MessageBoxIcon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.Error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hu-HU" sz="1200" dirty="0" err="1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hu-HU" sz="12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82B0F3BE-9070-41D4-AA24-E461DA93E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0" y="3259721"/>
            <a:ext cx="2324424" cy="124794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009EDA1B-8BAD-4A58-86D2-EF2E92257A2A}"/>
              </a:ext>
            </a:extLst>
          </p:cNvPr>
          <p:cNvSpPr txBox="1"/>
          <p:nvPr/>
        </p:nvSpPr>
        <p:spPr>
          <a:xfrm>
            <a:off x="9004294" y="2544923"/>
            <a:ext cx="2400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Sikeres hozzáadás esetén pedig ez jelenik meg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6B95727D-140A-4030-86A7-96E477836284}"/>
              </a:ext>
            </a:extLst>
          </p:cNvPr>
          <p:cNvSpPr/>
          <p:nvPr/>
        </p:nvSpPr>
        <p:spPr>
          <a:xfrm>
            <a:off x="9004294" y="4696135"/>
            <a:ext cx="2324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"Adatok sikeresen hozzáadva a listához!"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65262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FEB51D-33C8-4C5E-9572-03159C6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Fürjek listája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744C0915-4CD1-4231-8823-9DE6EA10D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664" y="2569415"/>
            <a:ext cx="1895740" cy="3124636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379CDB2A-2DEE-435B-A174-C79106AA072F}"/>
              </a:ext>
            </a:extLst>
          </p:cNvPr>
          <p:cNvSpPr/>
          <p:nvPr/>
        </p:nvSpPr>
        <p:spPr>
          <a:xfrm>
            <a:off x="3725333" y="2569415"/>
            <a:ext cx="7594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hu-HU" sz="1200" dirty="0" err="1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Sorszam + 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- "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Fajta + 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- Tojik: "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TojikE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- Életkor: "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Eletkor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hu-HU" sz="1200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B92AB50C-97B5-4D55-AC3B-1800F9BA835D}"/>
              </a:ext>
            </a:extLst>
          </p:cNvPr>
          <p:cNvSpPr/>
          <p:nvPr/>
        </p:nvSpPr>
        <p:spPr>
          <a:xfrm>
            <a:off x="5206869" y="3129830"/>
            <a:ext cx="35057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hu-HU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ClassFurj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hu-HU" sz="12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Split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','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hu-H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.Sorszam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[0]);</a:t>
            </a: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.Fajta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[1];</a:t>
            </a: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.TojikE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[2];</a:t>
            </a: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.Eletkor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[3]);</a:t>
            </a:r>
          </a:p>
          <a:p>
            <a:endParaRPr lang="hu-H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u-HU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FürjekLista.</a:t>
            </a:r>
            <a:r>
              <a:rPr lang="hu-HU" sz="1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hu-HU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hu-H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hu-H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148675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EAB71F-E6ED-46F2-90D7-331C1740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Fürj képek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C6BE5FB-96D4-4D24-B1A5-3129771C1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182" y="3381555"/>
            <a:ext cx="6725589" cy="202910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9A45F2F-24BD-4B94-B2B0-BA794914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40" y="2740530"/>
            <a:ext cx="6849431" cy="514422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E9F960C-11E9-4326-AC10-45B2C7BE7635}"/>
              </a:ext>
            </a:extLst>
          </p:cNvPr>
          <p:cNvSpPr txBox="1"/>
          <p:nvPr/>
        </p:nvSpPr>
        <p:spPr>
          <a:xfrm>
            <a:off x="1877523" y="2371198"/>
            <a:ext cx="455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fő menüből tudjuk kiválasztani a képek opciót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09B1815-BE08-4B83-AE04-C78DD2321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388" y="2740530"/>
            <a:ext cx="3663272" cy="221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723CB6-AD16-4F2B-A892-3FDCD13A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F256FB-FDE0-44C8-B9E5-A339E4EB5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program segítségével nyilvántarthatók a fürjek adatai </a:t>
            </a:r>
          </a:p>
          <a:p>
            <a:r>
              <a:rPr lang="hu-HU" dirty="0"/>
              <a:t>A felhasználó új adatokat adhat hozzá a listához, és tárolhatja őket</a:t>
            </a:r>
          </a:p>
          <a:p>
            <a:r>
              <a:rPr lang="hu-HU" dirty="0"/>
              <a:t>Egyszerűen vissza követhető a fürjek állapota</a:t>
            </a:r>
          </a:p>
        </p:txBody>
      </p:sp>
    </p:spTree>
    <p:extLst>
      <p:ext uri="{BB962C8B-B14F-4D97-AF65-F5344CB8AC3E}">
        <p14:creationId xmlns:p14="http://schemas.microsoft.com/office/powerpoint/2010/main" val="194803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74AABC-F4CA-4F15-87C1-0D1E26130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1B36915-E2B3-436B-A572-9A312F3B7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3537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237</Words>
  <Application>Microsoft Office PowerPoint</Application>
  <PresentationFormat>Szélesvásznú</PresentationFormat>
  <Paragraphs>38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Cascadia Mono</vt:lpstr>
      <vt:lpstr>Garamond</vt:lpstr>
      <vt:lpstr>Organikus</vt:lpstr>
      <vt:lpstr>Fürjfarm nyilvántartó alkalmazás</vt:lpstr>
      <vt:lpstr>A projekt célja</vt:lpstr>
      <vt:lpstr>A program menüje</vt:lpstr>
      <vt:lpstr>Új fürj bevitel</vt:lpstr>
      <vt:lpstr>Fürjek listája</vt:lpstr>
      <vt:lpstr>Fürj képek</vt:lpstr>
      <vt:lpstr>Összegzés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Fürjfarm nyilvántartó alkalmazás</dc:title>
  <dc:creator>Gyebnár Róbert</dc:creator>
  <cp:lastModifiedBy>Gyebnár Róbert</cp:lastModifiedBy>
  <cp:revision>6</cp:revision>
  <dcterms:created xsi:type="dcterms:W3CDTF">2026-03-16T07:38:37Z</dcterms:created>
  <dcterms:modified xsi:type="dcterms:W3CDTF">2026-03-16T08:25:47Z</dcterms:modified>
</cp:coreProperties>
</file>